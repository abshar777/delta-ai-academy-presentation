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5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2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26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33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41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5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59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7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7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9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9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09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2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3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ot_14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