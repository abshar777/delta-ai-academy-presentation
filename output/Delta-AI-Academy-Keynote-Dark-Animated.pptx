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4"/><Relationship Id="rId3" Type="http://schemas.openxmlformats.org/officeDocument/2006/relationships/video" Target="../media/media9.mp4"/><Relationship Id="rId4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.mp4"/><Relationship Id="rId3" Type="http://schemas.openxmlformats.org/officeDocument/2006/relationships/video" Target="../media/media10.mp4"/><Relationship Id="rId4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1.mp4"/><Relationship Id="rId3" Type="http://schemas.openxmlformats.org/officeDocument/2006/relationships/video" Target="../media/media11.mp4"/><Relationship Id="rId4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2.mp4"/><Relationship Id="rId3" Type="http://schemas.openxmlformats.org/officeDocument/2006/relationships/video" Target="../media/media12.mp4"/><Relationship Id="rId4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3.mp4"/><Relationship Id="rId3" Type="http://schemas.openxmlformats.org/officeDocument/2006/relationships/video" Target="../media/media13.mp4"/><Relationship Id="rId4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4.mp4"/><Relationship Id="rId3" Type="http://schemas.openxmlformats.org/officeDocument/2006/relationships/video" Target="../media/media14.mp4"/><Relationship Id="rId4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5.mp4"/><Relationship Id="rId3" Type="http://schemas.openxmlformats.org/officeDocument/2006/relationships/video" Target="../media/media15.mp4"/><Relationship Id="rId4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6.mp4"/><Relationship Id="rId3" Type="http://schemas.openxmlformats.org/officeDocument/2006/relationships/video" Target="../media/media16.mp4"/><Relationship Id="rId4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cene00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presetID="0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 advTm="6256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cene01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presetID="0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0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 advTm="7758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cene02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presetID="0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97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 advTm="7224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cene0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presetID="0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50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 advTm="6757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cene04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presetID="0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0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 advTm="7257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cene0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presetID="0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 advTm="8258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cene06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presetID="0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47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 advTm="8725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cene07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presetID="0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51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 advTm="9760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cene08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presetID="0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51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 advTm="12763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cene09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presetID="0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 advTm="5255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cene10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presetID="0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98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 advTm="1423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cene11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presetID="0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0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 advTm="7257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cene12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presetID="0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01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 advTm="1126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cene1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presetID="0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97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 advTm="11228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cene14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presetID="0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1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 advTm="12262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cene1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presetID="0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 advTm="8258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