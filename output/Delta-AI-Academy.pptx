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38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2834640"/>
            <a:ext cx="5852160" cy="5852160"/>
          </a:xfrm>
          <a:prstGeom prst="ellipse">
            <a:avLst/>
          </a:prstGeom>
          <a:solidFill>
            <a:srgbClr val="1FC9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-2194560"/>
            <a:ext cx="4937760" cy="4937760"/>
          </a:xfrm>
          <a:prstGeom prst="ellipse">
            <a:avLst/>
          </a:prstGeom>
          <a:solidFill>
            <a:srgbClr val="1C6FB0">
              <a:alpha val="10000"/>
            </a:srgbClr>
          </a:solidFill>
          <a:ln/>
        </p:spPr>
      </p:sp>
      <p:pic>
        <p:nvPicPr>
          <p:cNvPr id="5" name="Image 0" descr="/Users/mhdabshar/delta/Ai Academy Motion/assets/delta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608" y="1325880"/>
            <a:ext cx="3840480" cy="1730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456432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AI.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to command AI — at its highest quality.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AE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AI ACADEMY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your 24/7 AI assistant.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assistant that works anytime, anywhere, on almost any task — and guides you even when you don't know where to start.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assistant already exists: Artificial Intelligence.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0" y="1874520"/>
            <a:ext cx="3657600" cy="3291840"/>
          </a:xfrm>
          <a:prstGeom prst="roundRect">
            <a:avLst>
              <a:gd name="adj" fmla="val 6111"/>
            </a:avLst>
          </a:prstGeom>
          <a:solidFill>
            <a:srgbClr val="00294F"/>
          </a:solidFill>
          <a:ln/>
          <a:effectLst>
            <a:outerShdw sx="100000" sy="100000" kx="0" ky="0" algn="bl" rotWithShape="0" blurRad="177800" dist="63500" dir="16200000">
              <a:srgbClr val="0A254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2697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24/7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7724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Anytime · Anywhere · Any task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DELTA AI ACADEMY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teach you to control, guide,</a:t>
            </a:r>
            <a:endParaRPr lang="en-US" sz="3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master AI.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420624" cy="420624"/>
          </a:xfrm>
          <a:prstGeom prst="ellipse">
            <a:avLst/>
          </a:prstGeom>
          <a:solidFill>
            <a:srgbClr val="1FC9C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9616" y="3090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AI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420624" cy="420624"/>
          </a:xfrm>
          <a:prstGeom prst="ellipse">
            <a:avLst/>
          </a:prstGeom>
          <a:solidFill>
            <a:srgbClr val="1FC9C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9616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your skills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882896"/>
            <a:ext cx="420624" cy="420624"/>
          </a:xfrm>
          <a:prstGeom prst="ellipse">
            <a:avLst/>
          </a:prstGeom>
          <a:solidFill>
            <a:srgbClr val="1FC9C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9616" y="4773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Boost your productivity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355080" y="3621024"/>
            <a:ext cx="420624" cy="420624"/>
          </a:xfrm>
          <a:prstGeom prst="ellipse">
            <a:avLst/>
          </a:prstGeom>
          <a:solidFill>
            <a:srgbClr val="1FC9C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1736" y="35112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big tasks into small ones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355080" y="4462272"/>
            <a:ext cx="420624" cy="420624"/>
          </a:xfrm>
          <a:prstGeom prst="ellipse">
            <a:avLst/>
          </a:prstGeom>
          <a:solidFill>
            <a:srgbClr val="1FC9C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31736" y="43525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own AI workflows &amp; assistants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38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2834640"/>
            <a:ext cx="5852160" cy="5852160"/>
          </a:xfrm>
          <a:prstGeom prst="ellipse">
            <a:avLst/>
          </a:prstGeom>
          <a:solidFill>
            <a:srgbClr val="1FC9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-2194560"/>
            <a:ext cx="4937760" cy="4937760"/>
          </a:xfrm>
          <a:prstGeom prst="ellipse">
            <a:avLst/>
          </a:prstGeom>
          <a:solidFill>
            <a:srgbClr val="1C6FB0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74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ACADEMY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Phases.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752448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52448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61408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61408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70368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70368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ONE · SOFTWARE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software without code.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6440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4495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Production-ready apps, websites &amp; SaaS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3308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91363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ideas — built anytime you want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500176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7823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agencies, no waiting, no extra charges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474720" cy="3657600"/>
          </a:xfrm>
          <a:prstGeom prst="roundRect">
            <a:avLst>
              <a:gd name="adj" fmla="val 5789"/>
            </a:avLst>
          </a:prstGeom>
          <a:solidFill>
            <a:srgbClr val="00294F"/>
          </a:solidFill>
          <a:ln/>
          <a:effectLst>
            <a:outerShdw sx="100000" sy="100000" kx="0" ky="0" algn="bl" rotWithShape="0" blurRad="177800" dist="63500" dir="16200000">
              <a:srgbClr val="0A254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2011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95528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₹1,00,000+  →  a fraction of the cost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TWO · CREATIVE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Marketing, video &amp; motion graphics.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6440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4495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Ads &amp; marketing campaigns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3308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91363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Videos &amp; motion graphics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500176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7823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Cinematic-quality content — faster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474720" cy="3657600"/>
          </a:xfrm>
          <a:prstGeom prst="roundRect">
            <a:avLst>
              <a:gd name="adj" fmla="val 5789"/>
            </a:avLst>
          </a:prstGeom>
          <a:solidFill>
            <a:srgbClr val="00294F"/>
          </a:solidFill>
          <a:ln/>
          <a:effectLst>
            <a:outerShdw sx="100000" sy="100000" kx="0" ky="0" algn="bl" rotWithShape="0" blurRad="177800" dist="63500" dir="16200000">
              <a:srgbClr val="0A254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2011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95528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CREATIVE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THREE ·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&amp; workflow systems.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6440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4495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repetitive daily tasks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3308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91363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Intelligent, time-saving workflows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5001768"/>
            <a:ext cx="164592" cy="164592"/>
          </a:xfrm>
          <a:prstGeom prst="rect">
            <a:avLst/>
          </a:prstGeom>
          <a:solidFill>
            <a:srgbClr val="1FC9C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7823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 your Phase 1 skills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474720" cy="3657600"/>
          </a:xfrm>
          <a:prstGeom prst="roundRect">
            <a:avLst>
              <a:gd name="adj" fmla="val 5789"/>
            </a:avLst>
          </a:prstGeom>
          <a:solidFill>
            <a:srgbClr val="00294F"/>
          </a:solidFill>
          <a:ln/>
          <a:effectLst>
            <a:outerShdw sx="100000" sy="100000" kx="0" ky="0" algn="bl" rotWithShape="0" blurRad="177800" dist="63500" dir="16200000">
              <a:srgbClr val="0A254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2011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795528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011680"/>
            <a:ext cx="5486400" cy="5486400"/>
          </a:xfrm>
          <a:prstGeom prst="ellipse">
            <a:avLst/>
          </a:prstGeom>
          <a:solidFill>
            <a:srgbClr val="1FC9C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46E0B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35128" y="2926080"/>
            <a:ext cx="2606040" cy="26517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AE6"/>
            </a:solidFill>
            <a:prstDash val="solid"/>
          </a:ln>
          <a:effectLst>
            <a:outerShdw sx="100000" sy="100000" kx="0" ky="0" algn="bl" rotWithShape="0" blurRad="127000" dist="50800" dir="16200000">
              <a:srgbClr val="9DBDB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128" y="32461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72288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Phases to master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6928" y="2926080"/>
            <a:ext cx="2606040" cy="26517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AE6"/>
            </a:solidFill>
            <a:prstDash val="solid"/>
          </a:ln>
          <a:effectLst>
            <a:outerShdw sx="100000" sy="100000" kx="0" ky="0" algn="bl" rotWithShape="0" blurRad="127000" dist="50800" dir="16200000">
              <a:srgbClr val="9DBDB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06928" y="32461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44088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No-code build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8728" y="2926080"/>
            <a:ext cx="2606040" cy="26517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AE6"/>
            </a:solidFill>
            <a:prstDash val="solid"/>
          </a:ln>
          <a:effectLst>
            <a:outerShdw sx="100000" sy="100000" kx="0" ky="0" algn="bl" rotWithShape="0" blurRad="127000" dist="50800" dir="16200000">
              <a:srgbClr val="9DBDB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8728" y="32461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24/7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15888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on demand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50528" y="2926080"/>
            <a:ext cx="2606040" cy="26517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AE6"/>
            </a:solidFill>
            <a:prstDash val="solid"/>
          </a:ln>
          <a:effectLst>
            <a:outerShdw sx="100000" sy="100000" kx="0" ky="0" algn="bl" rotWithShape="0" blurRad="127000" dist="50800" dir="16200000">
              <a:srgbClr val="9DBDB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50528" y="32461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₹1L+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387688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E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Saved vs agencies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38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2834640"/>
            <a:ext cx="5852160" cy="5852160"/>
          </a:xfrm>
          <a:prstGeom prst="ellipse">
            <a:avLst/>
          </a:prstGeom>
          <a:solidFill>
            <a:srgbClr val="1FC9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-2194560"/>
            <a:ext cx="4937760" cy="4937760"/>
          </a:xfrm>
          <a:prstGeom prst="ellipse">
            <a:avLst/>
          </a:prstGeom>
          <a:solidFill>
            <a:srgbClr val="1C6FB0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future is at your fingertips.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E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AI era has already started — it's happening right now.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to learn, adapt, and scale?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38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2834640"/>
            <a:ext cx="5852160" cy="5852160"/>
          </a:xfrm>
          <a:prstGeom prst="ellipse">
            <a:avLst/>
          </a:prstGeom>
          <a:solidFill>
            <a:srgbClr val="1FC9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-2194560"/>
            <a:ext cx="4937760" cy="4937760"/>
          </a:xfrm>
          <a:prstGeom prst="ellipse">
            <a:avLst/>
          </a:prstGeom>
          <a:solidFill>
            <a:srgbClr val="1C6FB0">
              <a:alpha val="10000"/>
            </a:srgbClr>
          </a:solidFill>
          <a:ln/>
        </p:spPr>
      </p:sp>
      <p:pic>
        <p:nvPicPr>
          <p:cNvPr id="5" name="Image 0" descr="/Users/mhdabshar/delta/Ai Academy Motion/assets/delta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1554480"/>
            <a:ext cx="3657600" cy="16482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703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 aboard.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C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your AI journey today  ·  deltaaiacademy.com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2026-06-22T15:52:04Z</dcterms:created>
  <dcterms:modified xsi:type="dcterms:W3CDTF">2026-06-22T15:52:04Z</dcterms:modified>
</cp:coreProperties>
</file>