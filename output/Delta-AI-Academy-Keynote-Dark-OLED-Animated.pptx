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6256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7758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7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7224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6757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7257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8258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7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8725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976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1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12763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0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5255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8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1423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7257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1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1126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7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11228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12262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cene1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presetID="0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 advTm="8258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